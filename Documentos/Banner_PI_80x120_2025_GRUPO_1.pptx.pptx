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PCB/a5QBTsH/wCf02D2KsP+PR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7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160880" y="13420305"/>
            <a:ext cx="24478668" cy="9259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319642" y="24480786"/>
            <a:ext cx="20161144" cy="1103931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None/>
              <a:defRPr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275166" y="27761258"/>
            <a:ext cx="24480784" cy="8580021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333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75166" y="18309267"/>
            <a:ext cx="24480784" cy="9451991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439175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4501801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indent="-39789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439175" y="9669985"/>
            <a:ext cx="12726114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439175" y="13699675"/>
            <a:ext cx="12726114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4630904" y="9669985"/>
            <a:ext cx="12730346" cy="4029689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4630904" y="13699675"/>
            <a:ext cx="12730346" cy="2489137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39789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439175" y="1720661"/>
            <a:ext cx="9475273" cy="7318627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1259425" y="1720662"/>
            <a:ext cx="16101825" cy="3687038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99491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3pPr>
            <a:lvl4pPr indent="-397891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indent="-397891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indent="-397891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indent="-397891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indent="-397890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indent="-397890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439175" y="9039287"/>
            <a:ext cx="9475273" cy="2955175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5644529" y="30239601"/>
            <a:ext cx="17280678" cy="3570424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644529" y="3860375"/>
            <a:ext cx="17280678" cy="2591996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644529" y="33810024"/>
            <a:ext cx="17280678" cy="5070974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44977" y="11374771"/>
            <a:ext cx="28510473" cy="2592207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5690032" y="16919828"/>
            <a:ext cx="36861919" cy="648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7372595" y="10540898"/>
            <a:ext cx="36861919" cy="1923837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62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86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1142936" lvl="0" marL="457200" marR="0" rtl="0" algn="l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Char char="•"/>
              <a:defRPr b="0" i="0" sz="1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32827" lvl="1" marL="914400" marR="0" rtl="0" algn="l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b="0" i="0" sz="126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914336" lvl="2" marL="1371600" marR="0" rtl="0" algn="l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b="0" i="0" sz="107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04291" lvl="3" marL="1828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04291" lvl="4" marL="22860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04291" lvl="5" marL="27432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04291" lvl="6" marL="32004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04291" lvl="7" marL="36576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04291" lvl="8" marL="4114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7.png"/><Relationship Id="rId11" Type="http://schemas.openxmlformats.org/officeDocument/2006/relationships/image" Target="../media/image4.png"/><Relationship Id="rId10" Type="http://schemas.openxmlformats.org/officeDocument/2006/relationships/image" Target="../media/image2.png"/><Relationship Id="rId21" Type="http://schemas.openxmlformats.org/officeDocument/2006/relationships/image" Target="../media/image8.png"/><Relationship Id="rId13" Type="http://schemas.openxmlformats.org/officeDocument/2006/relationships/image" Target="../media/image14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16.png"/><Relationship Id="rId9" Type="http://schemas.openxmlformats.org/officeDocument/2006/relationships/image" Target="../media/image6.png"/><Relationship Id="rId15" Type="http://schemas.openxmlformats.org/officeDocument/2006/relationships/image" Target="../media/image10.png"/><Relationship Id="rId14" Type="http://schemas.openxmlformats.org/officeDocument/2006/relationships/image" Target="../media/image11.png"/><Relationship Id="rId17" Type="http://schemas.openxmlformats.org/officeDocument/2006/relationships/image" Target="../media/image13.png"/><Relationship Id="rId16" Type="http://schemas.openxmlformats.org/officeDocument/2006/relationships/image" Target="../media/image12.png"/><Relationship Id="rId5" Type="http://schemas.openxmlformats.org/officeDocument/2006/relationships/image" Target="../media/image15.png"/><Relationship Id="rId19" Type="http://schemas.openxmlformats.org/officeDocument/2006/relationships/image" Target="../media/image1.png"/><Relationship Id="rId6" Type="http://schemas.openxmlformats.org/officeDocument/2006/relationships/image" Target="../media/image5.png"/><Relationship Id="rId18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97" y="0"/>
            <a:ext cx="28908094" cy="431793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-1388" y="2703684"/>
            <a:ext cx="28800425" cy="666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Esther Oliveira Costa; Fernanda Loura da Silva; Higor Fonseca; João Victor de Faria; Thiffany Morais Vieira da Silva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90522" y="4992304"/>
            <a:ext cx="13284851" cy="63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TECHSNACK DEV TEAM é formado por estudantes dedicados que se uniram com o objetivo de desenvolver uma solução eficiente, prática e intuitiva para a cantina da faculdade. Durante o desenvolvimento do aplicativo Comedoria da Tia, o grupo aplicou seus conhecimentos em tecnologia, design e análise de dados para modernizar a cantina da FECAP, otimizando a rotina dos alunos e melhorando sua experiência de consumo. Cada integrante teve um papel essencial no projeto: Fernanda atuou no desenvolvimento mobile e na integração com o banco de dados SQLite; Igor foi responsável pela gestão do projeto, análise de requisitos e análise descritiva de dados; João Vitor desenvolveu o back-end no Android Studio, implementando integrações com APIs REST e tratamento de JSON; Esther ficou encarregada do design visual e da identidade do aplicativo, garantindo coerência estética e boa usabilidade; e Thiffany cuidou do design de interface (UI/UX) no Figma, criando telas intuitivas e acessíveis.</a:t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r>
              <a:t/>
            </a:r>
            <a:endParaRPr b="0" i="0" sz="80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533295" y="1091039"/>
            <a:ext cx="27924315" cy="2258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66"/>
              <a:t>COMEDORIA DA TIA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540883" y="288300"/>
            <a:ext cx="25809904" cy="1619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9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2025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4653154" y="4992305"/>
            <a:ext cx="13284851" cy="7068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Durante o levantamento de requisitos, identificamos que a cantina da FECAP enfrenta longas filas e dificuldades para gerenciar o grande volume de pedidos nos intervalos entre as aulas. Muitos alunos perdem tempo na fila e acabam sem conseguir comprar o que desejam, enquanto a equipe da cantina encontra dificuldades para atender a demanda rapidamente.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Foi identificada a necessidade de uma solução prática e eficiente para otimizar o atendimento e reduzir as filas, sem aumentar a carga de trabalho da equipe.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Nosso desafio foi criar um aplicativo móvel intuitivo  que facilite a consulta do cardápio, permita pedidos antecipados e integre informações para melhorar a gestão da cantina. A proposta visa melhorar a experiência dos alunos e a eficiência do serviço.	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30353" y="33543418"/>
            <a:ext cx="13318910" cy="6801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solução para o problema identificado, desenvolvemos o Comedoria da Tia, um aplicativo mobile para Android, criado em Java no Android Studio. O app permite que os alunos realizem pedidos e pagamentos antecipados de forma prática e segura, reduzindo filas e otimizando o atendimento na cantina da FECAP.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usuários podem acessar o cardápio atualizado, escolher os produtos desejados, efetuar o pagamento pelo próprio app via Mercado Pago e retirar o pedido pronto no balcão, sem enfrentar filas.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lado da cantina, a equipe conta com um painel administrativo que possibilita o gerenciamento do cardápio, acompanhamento dos pedidos em tempo real e controle das entregas, facilitando a organização e o fluxo do atendimento.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Priorizamos a simplicidade, funcionalidade e integração total entre app e painel, oferecendo uma experiência eficiente tanto para os alunos quanto para a equipe da cantina.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2740" y="3056747"/>
            <a:ext cx="29592614" cy="1355109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66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Katia Milani,  Marco Aurélio, Rodrigo da Rosa, Victor Bruno</a:t>
            </a:r>
            <a:endParaRPr b="1" sz="5866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646784" y="33543418"/>
            <a:ext cx="13318910" cy="7047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Futuro do projeto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 futuro, o TECHSNACK DEV TEAM planeja expandir e aprimorar o Comedoria da Tia com funcionalidades que atendam cada vez melhor às necessidades dos alunos e da cantina, incluindo recompensas de fidelidade. Entre as principais melhorias estão notificações push para avisar quando o pedido estiver pronto, sistema de pontos e recompensas, relatórios automáticos de vendas e consumo, integração com novas formas de pagamento e expansão para outros campi da FECAP.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esses avanços, o projeto evoluirá para uma plataforma completa de gestão e atendimento, tornando os intervalos dos alunos mais rápidos, inteligentes e agradáveis, e fortalecendo a inovação tecnológica na FECAP.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959431" y="11374593"/>
            <a:ext cx="12868819" cy="1569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Projeto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descr="Uma imagem contendo óculos&#10;&#10;O conteúdo gerado por IA pode estar incorreto.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52" y="40356014"/>
            <a:ext cx="3095947" cy="3115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óculos, caneca&#10;&#10;O conteúdo gerado por IA pode estar incorreto.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01752" y="40382747"/>
            <a:ext cx="3095945" cy="3105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Ícone&#10;&#10;O conteúdo gerado por IA pode estar incorreto.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80350" y="13870100"/>
            <a:ext cx="2886350" cy="208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Aplicativo&#10;&#10;O conteúdo gerado por IA pode estar incorreto." id="103" name="Google Shape;103;p1"/>
          <p:cNvPicPr preferRelativeResize="0"/>
          <p:nvPr/>
        </p:nvPicPr>
        <p:blipFill rotWithShape="1">
          <a:blip r:embed="rId7">
            <a:alphaModFix/>
          </a:blip>
          <a:srcRect b="3552" l="0" r="3530" t="2718"/>
          <a:stretch/>
        </p:blipFill>
        <p:spPr>
          <a:xfrm>
            <a:off x="6709600" y="20252975"/>
            <a:ext cx="3441775" cy="628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Texto, Aplicativo, chat ou mensagem de texto&#10;&#10;O conteúdo gerado por IA pode estar incorreto." id="104" name="Google Shape;104;p1"/>
          <p:cNvPicPr preferRelativeResize="0"/>
          <p:nvPr/>
        </p:nvPicPr>
        <p:blipFill rotWithShape="1">
          <a:blip r:embed="rId8">
            <a:alphaModFix/>
          </a:blip>
          <a:srcRect b="28707" l="18614" r="22256" t="11658"/>
          <a:stretch/>
        </p:blipFill>
        <p:spPr>
          <a:xfrm>
            <a:off x="6761550" y="13005550"/>
            <a:ext cx="3337875" cy="6526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Texto, Aplicativo, chat ou mensagem de texto&#10;&#10;O conteúdo gerado por IA pode estar incorreto." id="105" name="Google Shape;105;p1"/>
          <p:cNvPicPr preferRelativeResize="0"/>
          <p:nvPr/>
        </p:nvPicPr>
        <p:blipFill rotWithShape="1">
          <a:blip r:embed="rId9">
            <a:alphaModFix/>
          </a:blip>
          <a:srcRect b="7798" l="6218" r="4939" t="3877"/>
          <a:stretch/>
        </p:blipFill>
        <p:spPr>
          <a:xfrm>
            <a:off x="1710250" y="26834275"/>
            <a:ext cx="3337875" cy="6254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do preto com letras brancas&#10;&#10;O conteúdo gerado por IA pode estar incorreto." id="106" name="Google Shape;106;p1"/>
          <p:cNvPicPr preferRelativeResize="0"/>
          <p:nvPr/>
        </p:nvPicPr>
        <p:blipFill rotWithShape="1">
          <a:blip r:embed="rId10">
            <a:alphaModFix/>
          </a:blip>
          <a:srcRect b="39257" l="26464" r="23667" t="31972"/>
          <a:stretch/>
        </p:blipFill>
        <p:spPr>
          <a:xfrm>
            <a:off x="17713075" y="13834038"/>
            <a:ext cx="1885621" cy="21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 rotWithShape="1">
          <a:blip r:embed="rId11">
            <a:alphaModFix/>
          </a:blip>
          <a:srcRect b="14011" l="10518" r="10336" t="7005"/>
          <a:stretch/>
        </p:blipFill>
        <p:spPr>
          <a:xfrm>
            <a:off x="23509536" y="16275333"/>
            <a:ext cx="3337870" cy="2109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ular com tela ligada&#10;&#10;O conteúdo gerado por IA pode estar incorreto." id="108" name="Google Shape;108;p1"/>
          <p:cNvPicPr preferRelativeResize="0"/>
          <p:nvPr/>
        </p:nvPicPr>
        <p:blipFill rotWithShape="1">
          <a:blip r:embed="rId12">
            <a:alphaModFix/>
          </a:blip>
          <a:srcRect b="7341" l="8392" r="5623" t="4201"/>
          <a:stretch/>
        </p:blipFill>
        <p:spPr>
          <a:xfrm>
            <a:off x="1815875" y="20201275"/>
            <a:ext cx="3176750" cy="63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976888" y="13682275"/>
            <a:ext cx="2403550" cy="24217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ular com tela ligada&#10;&#10;O conteúdo gerado por IA pode estar incorreto." id="110" name="Google Shape;110;p1"/>
          <p:cNvPicPr preferRelativeResize="0"/>
          <p:nvPr/>
        </p:nvPicPr>
        <p:blipFill rotWithShape="1">
          <a:blip r:embed="rId14">
            <a:alphaModFix/>
          </a:blip>
          <a:srcRect b="20669" l="7472" r="13200" t="3255"/>
          <a:stretch/>
        </p:blipFill>
        <p:spPr>
          <a:xfrm>
            <a:off x="12843200" y="20158763"/>
            <a:ext cx="5089671" cy="96938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ular com tela ligada&#10;&#10;O conteúdo gerado por IA pode estar incorreto." id="111" name="Google Shape;111;p1"/>
          <p:cNvPicPr preferRelativeResize="0"/>
          <p:nvPr/>
        </p:nvPicPr>
        <p:blipFill rotWithShape="1">
          <a:blip r:embed="rId15">
            <a:alphaModFix/>
          </a:blip>
          <a:srcRect b="4472" l="4268" r="3937" t="4262"/>
          <a:stretch/>
        </p:blipFill>
        <p:spPr>
          <a:xfrm>
            <a:off x="17713083" y="20158776"/>
            <a:ext cx="4880241" cy="9693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ce gráfica do usuário, Texto, Aplicativo, chat ou mensagem de texto&#10;&#10;O conteúdo gerado por IA pode estar incorreto." id="112" name="Google Shape;112;p1"/>
          <p:cNvPicPr preferRelativeResize="0"/>
          <p:nvPr/>
        </p:nvPicPr>
        <p:blipFill rotWithShape="1">
          <a:blip r:embed="rId16">
            <a:alphaModFix/>
          </a:blip>
          <a:srcRect b="2449" l="0" r="0" t="2230"/>
          <a:stretch/>
        </p:blipFill>
        <p:spPr>
          <a:xfrm>
            <a:off x="22418835" y="20187837"/>
            <a:ext cx="5089665" cy="96648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digo QR&#10;&#10;O conteúdo gerado por IA pode estar incorreto." id="113" name="Google Shape;113;p1"/>
          <p:cNvPicPr preferRelativeResize="0"/>
          <p:nvPr/>
        </p:nvPicPr>
        <p:blipFill rotWithShape="1">
          <a:blip r:embed="rId17">
            <a:alphaModFix/>
          </a:blip>
          <a:srcRect b="8461" l="6198" r="6625" t="2380"/>
          <a:stretch/>
        </p:blipFill>
        <p:spPr>
          <a:xfrm>
            <a:off x="6761550" y="26847688"/>
            <a:ext cx="3337875" cy="6228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la de celular com foto de carro&#10;&#10;O conteúdo gerado por IA pode estar incorreto." id="114" name="Google Shape;114;p1"/>
          <p:cNvPicPr preferRelativeResize="0"/>
          <p:nvPr/>
        </p:nvPicPr>
        <p:blipFill rotWithShape="1">
          <a:blip r:embed="rId18">
            <a:alphaModFix/>
          </a:blip>
          <a:srcRect b="2677" l="5107" r="2862" t="2696"/>
          <a:stretch/>
        </p:blipFill>
        <p:spPr>
          <a:xfrm>
            <a:off x="1763963" y="13088275"/>
            <a:ext cx="3230450" cy="647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/>
          <p:cNvPicPr preferRelativeResize="0"/>
          <p:nvPr/>
        </p:nvPicPr>
        <p:blipFill rotWithShape="1">
          <a:blip r:embed="rId19">
            <a:alphaModFix/>
          </a:blip>
          <a:srcRect b="23764" l="5334" r="1892" t="20968"/>
          <a:stretch/>
        </p:blipFill>
        <p:spPr>
          <a:xfrm>
            <a:off x="18201195" y="16249500"/>
            <a:ext cx="4217628" cy="2160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/>
          <p:cNvPicPr preferRelativeResize="0"/>
          <p:nvPr/>
        </p:nvPicPr>
        <p:blipFill rotWithShape="1">
          <a:blip r:embed="rId20">
            <a:alphaModFix/>
          </a:blip>
          <a:srcRect b="-11440" l="-4178" r="-3233" t="-11440"/>
          <a:stretch/>
        </p:blipFill>
        <p:spPr>
          <a:xfrm>
            <a:off x="13211750" y="16275333"/>
            <a:ext cx="3898756" cy="2109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17" name="Google Shape;117;p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3448525" y="13579297"/>
            <a:ext cx="2886343" cy="2670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2006-11-04T15:46:42Z</dcterms:created>
  <dc:creator>Jr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